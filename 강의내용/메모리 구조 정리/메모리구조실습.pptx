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  <a:srgbClr val="E3DC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284" autoAdjust="0"/>
    <p:restoredTop sz="94660"/>
  </p:normalViewPr>
  <p:slideViewPr>
    <p:cSldViewPr showGuides="1">
      <p:cViewPr varScale="1">
        <p:scale>
          <a:sx n="87" d="100"/>
          <a:sy n="87" d="100"/>
        </p:scale>
        <p:origin x="119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AB698B-A56B-4FB5-8CD2-B44146A3EED7}" type="datetimeFigureOut">
              <a:rPr lang="ko-KR" altLang="en-US" smtClean="0"/>
              <a:t>2024-04-22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43150D-102B-44D9-AD4A-63E16EFB29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969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pattFill prst="wdUpDiag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2"/>
          <p:cNvGrpSpPr>
            <a:grpSpLocks/>
          </p:cNvGrpSpPr>
          <p:nvPr userDrawn="1"/>
        </p:nvGrpSpPr>
        <p:grpSpPr bwMode="auto">
          <a:xfrm>
            <a:off x="2693988" y="1466850"/>
            <a:ext cx="6786562" cy="4122738"/>
            <a:chOff x="3413702" y="746702"/>
            <a:chExt cx="5364596" cy="5364596"/>
          </a:xfrm>
        </p:grpSpPr>
        <p:sp>
          <p:nvSpPr>
            <p:cNvPr id="8" name="직사각형 7"/>
            <p:cNvSpPr/>
            <p:nvPr/>
          </p:nvSpPr>
          <p:spPr>
            <a:xfrm>
              <a:off x="3413702" y="746702"/>
              <a:ext cx="5364596" cy="5364596"/>
            </a:xfrm>
            <a:prstGeom prst="rect">
              <a:avLst/>
            </a:prstGeom>
            <a:gradFill flip="none" rotWithShape="1">
              <a:gsLst>
                <a:gs pos="0">
                  <a:srgbClr val="E3DCC1"/>
                </a:gs>
                <a:gs pos="69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3541699" y="928483"/>
              <a:ext cx="5122405" cy="50010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60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이벤트와</a:t>
              </a:r>
              <a:endParaRPr lang="en-US" altLang="ko-KR" sz="6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defRPr/>
              </a:pPr>
              <a:r>
                <a:rPr lang="ko-KR" altLang="en-US" sz="6000" b="1" dirty="0">
                  <a:solidFill>
                    <a:schemeClr val="tx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anose="020B0503020000020004" pitchFamily="50" charset="-127"/>
                  <a:ea typeface="맑은 고딕" panose="020B0503020000020004" pitchFamily="50" charset="-127"/>
                </a:rPr>
                <a:t>내부클래스</a:t>
              </a:r>
              <a:endParaRPr lang="en-US" altLang="ko-KR" sz="60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18171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-25400" y="6786563"/>
            <a:ext cx="12241213" cy="9683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>
          <a:xfrm>
            <a:off x="-24680" y="-3976"/>
            <a:ext cx="12241213" cy="96837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이등변 삼각형 6"/>
          <p:cNvSpPr/>
          <p:nvPr userDrawn="1"/>
        </p:nvSpPr>
        <p:spPr>
          <a:xfrm flipV="1">
            <a:off x="11853996" y="-4061"/>
            <a:ext cx="112331" cy="96837"/>
          </a:xfrm>
          <a:prstGeom prst="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이등변 삼각형 7"/>
          <p:cNvSpPr/>
          <p:nvPr userDrawn="1"/>
        </p:nvSpPr>
        <p:spPr>
          <a:xfrm flipV="1">
            <a:off x="11741665" y="-4061"/>
            <a:ext cx="112331" cy="96837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867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3630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08F413-E092-430B-81A6-1311FFD1D497}" type="datetimeFigureOut">
              <a:rPr lang="ko-KR" altLang="en-US" smtClean="0"/>
              <a:t>2024-04-22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21B662-3BD7-4C65-A086-21E681CECA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6991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2738" y="155575"/>
            <a:ext cx="150336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2829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8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78561" y="1983345"/>
            <a:ext cx="11543325" cy="4594735"/>
            <a:chOff x="278561" y="1604865"/>
            <a:chExt cx="11543325" cy="4973216"/>
          </a:xfrm>
        </p:grpSpPr>
        <p:sp>
          <p:nvSpPr>
            <p:cNvPr id="5" name="직사각형 4"/>
            <p:cNvSpPr/>
            <p:nvPr/>
          </p:nvSpPr>
          <p:spPr>
            <a:xfrm>
              <a:off x="278561" y="1604865"/>
              <a:ext cx="11543325" cy="497321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3067380" y="1604865"/>
              <a:ext cx="0" cy="497321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/>
            <p:cNvCxnSpPr/>
            <p:nvPr/>
          </p:nvCxnSpPr>
          <p:spPr>
            <a:xfrm>
              <a:off x="9274629" y="1604865"/>
              <a:ext cx="0" cy="4973216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278561" y="1604865"/>
              <a:ext cx="7280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Stack</a:t>
              </a:r>
              <a:endParaRPr lang="ko-KR" alt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067380" y="1604865"/>
              <a:ext cx="7328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Heap</a:t>
              </a:r>
              <a:endParaRPr lang="ko-KR" altLang="en-US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259132" y="1604865"/>
              <a:ext cx="7473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Static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84591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2664</TotalTime>
  <Words>3</Words>
  <Application>Microsoft Office PowerPoint</Application>
  <PresentationFormat>와이드스크린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user1</dc:creator>
  <cp:lastModifiedBy>user1</cp:lastModifiedBy>
  <cp:revision>119</cp:revision>
  <dcterms:created xsi:type="dcterms:W3CDTF">2018-04-09T00:14:13Z</dcterms:created>
  <dcterms:modified xsi:type="dcterms:W3CDTF">2024-04-22T06:10:39Z</dcterms:modified>
</cp:coreProperties>
</file>